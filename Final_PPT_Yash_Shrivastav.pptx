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916" y="-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82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solidFill>
            <a:srgbClr val="112240">
              <a:alpha val="80000"/>
            </a:srgbClr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MOBILE MARKET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SENTIMENT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Data Analytics Internship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6896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56832" y="3154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3154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Yash Shrivastav  |  Real-World Business Intelligence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Tasks Completed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161288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1612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1124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ParseHub · Octoparse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19476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677+ mobile reviews &amp; product data from Flipkart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60120"/>
            <a:ext cx="54864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1161288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16128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1124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04688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Excel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9476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brand-wise analysis &amp; pricing trend identification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62072"/>
            <a:ext cx="54864" cy="1645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3063240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06324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9848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9848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· Matplotlib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" y="38496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for market &amp; pricing intelligence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8620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12240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62072"/>
            <a:ext cx="54864" cy="1645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063240"/>
            <a:ext cx="475488" cy="347472"/>
          </a:xfrm>
          <a:prstGeom prst="roundRect">
            <a:avLst>
              <a:gd name="adj" fmla="val 10526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6324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VADER NLP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8496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677 reviews; 83.9% positive customer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Web Scraping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923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Identification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34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Flipkart as primary data source for mobile market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1261872"/>
            <a:ext cx="0" cy="621792"/>
          </a:xfrm>
          <a:prstGeom prst="line">
            <a:avLst/>
          </a:prstGeom>
          <a:noFill/>
          <a:ln w="12700">
            <a:solidFill>
              <a:srgbClr val="0077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" y="1883664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83664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928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Scraping (ParseHub)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037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brand, model, price, storage, color — 162 unique products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" y="2231136"/>
            <a:ext cx="0" cy="621792"/>
          </a:xfrm>
          <a:prstGeom prst="line">
            <a:avLst/>
          </a:prstGeom>
          <a:noFill/>
          <a:ln w="12700">
            <a:solidFill>
              <a:srgbClr val="0077B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" y="2852928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52928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8620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Scraping (Octoparse)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1729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customer reviews, ratings &amp; reviewer info — 677 reviews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" y="3200400"/>
            <a:ext cx="0" cy="621792"/>
          </a:xfrm>
          <a:prstGeom prst="line">
            <a:avLst/>
          </a:prstGeom>
          <a:noFill/>
          <a:ln w="12700">
            <a:solidFill>
              <a:srgbClr val="0077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20040" y="3822192"/>
            <a:ext cx="402336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2219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8313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1422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product + review datasets, exported structured CSV &amp; Excel files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960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078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212080" y="1563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Scraped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14032" y="960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1078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14032" y="1563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0" y="2103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221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212080" y="2706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Covered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14032" y="210312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221992"/>
            <a:ext cx="1755648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14032" y="2706624"/>
            <a:ext cx="175564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Captured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ParseHub (no-code) · Octoparse (no-code) · Python Pandas · Microsoft Excel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Exploratory Data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dominate (61.2% = 414/677). Avg rating: 4.40 — classic e-commerce positivity skew.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6672" y="1051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Satisfaction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Price-rating correlation = 0.073 (near zero). Apple avg ₹72,067 — higher price doesn't guarantee satisfaction.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04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" y="2386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52344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128GB most popular (321 units). 176 null storage values identified and documented.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295144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04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76672" y="23865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Market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752344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 leads with 230 reviews (34%). POCO, MOTOROLA follow. Budget brands dominate review volume.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3016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39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3721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087368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mismatch reviews (5-star rating but negative text). realme Narzo 90x 5G: worst score (−0.392).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63016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39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672" y="3721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Range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087368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₹7,999 (budget) to ₹82,900 (Apple). Avg ₹14,940. Mid-range (10-15k) is the largest segment.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Data Visualization: Tableau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23744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₹13,713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23744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₹28,275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27448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(512GB)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1152" y="86868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987552"/>
            <a:ext cx="201168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31152" y="1318565"/>
            <a:ext cx="2011680" cy="2849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Covered</a:t>
            </a:r>
            <a:endParaRPr lang="en-US" sz="1100" dirty="0"/>
          </a:p>
        </p:txBody>
      </p:sp>
      <p:pic>
        <p:nvPicPr>
          <p:cNvPr id="18" name="Image 0" descr="Tableau Dashboard showing brand distribution and pricing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55648"/>
            <a:ext cx="8503920" cy="29992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Total Products by Brand · Average Price by Brand · Storage-wise Average Price · KPI Cards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Sentiment Analysis: NLP Method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0077B6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739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55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NLP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171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Label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0336" y="1371600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0064" y="1051560"/>
            <a:ext cx="1261872" cy="640080"/>
          </a:xfrm>
          <a:prstGeom prst="roundRect">
            <a:avLst>
              <a:gd name="adj" fmla="val 8571"/>
            </a:avLst>
          </a:prstGeom>
          <a:solidFill>
            <a:srgbClr val="2ECC71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051560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920240"/>
            <a:ext cx="8503920" cy="512064"/>
          </a:xfrm>
          <a:prstGeom prst="roundRect">
            <a:avLst>
              <a:gd name="adj" fmla="val 10714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20240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Thresholds:  </a:t>
            </a: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score ≥ +0.05     </a:t>
            </a: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= −0.05 to +0.05     </a:t>
            </a: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score ≤ −0.05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700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48640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reviews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6700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383280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reviews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606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1224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6700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217920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reviews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 customer reviews analyzed  |  Python · NLTK · VADER  |  Compound Score range: −1.0 to +1.0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Python Sentiment Analysis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ython Matplotlib Sentiment Analysis Dashboar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22960"/>
            <a:ext cx="87782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 types: Donut · Grouped Bar · Word Clouds · Scatter (Rating vs Sentiment) · Product Rankings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42062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Positive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31673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battery are the most appreciated features across all brands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673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14400"/>
            <a:ext cx="4206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875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Star Rating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31673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= 61.2% of total — typical e-commerce positivity bias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673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04288"/>
            <a:ext cx="42062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69164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Price–Rating Correlation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≠ satisfaction. Apple most expensive but proportionally fewer positives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9160" y="2304288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304288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g57 power 5G — best sentiment score among all 44 products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3694176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694176"/>
            <a:ext cx="4206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673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69164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 Negative 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91640" y="4096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complaint rate among major brands — quality &amp; service concerns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4531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09160" y="3694176"/>
            <a:ext cx="4206240" cy="1261872"/>
          </a:xfrm>
          <a:prstGeom prst="roundRect">
            <a:avLst>
              <a:gd name="adj" fmla="val 7246"/>
            </a:avLst>
          </a:prstGeom>
          <a:solidFill>
            <a:srgbClr val="112240"/>
          </a:solidFill>
          <a:ln w="11430">
            <a:solidFill>
              <a:srgbClr val="48CA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694176"/>
            <a:ext cx="420624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7673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2648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Rating-Sentiment Mismatch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4096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gave 5 stars but wrote negatively — hidden dissatisfaction detected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44531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16152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Budget Segment Quality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081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 (15.4% negative) and Samsung (12.7%) need quality improvements. Budget buyers are vocal about hardware failures.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03704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0370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039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Camera &amp; Battery Strengths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957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top positive keywords across all brands. Campaigns highlighting camera specs and battery life will resonate most.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91256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9125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0266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Hidden Dissatisfaction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reviews gave 5 stars but wrote negatively. Implement NLP monitoring on all reviews regardless of star rating.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22776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112240"/>
          </a:solidFill>
          <a:ln w="11430">
            <a:solidFill>
              <a:srgbClr val="2ECC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7880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7880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0142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MOTOROLA's Success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3708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g57 power 5G (0.797) and Edge 60 Fusion (0.690) lead sentiment. Study their product strategy for replication.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Repository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sentiment models (BERT, RoBERTa) for higher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using Streamlit for live review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Amazon, Meesho &amp; other marketplaces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61188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(joy, anger, fear) beyond basic polarity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932688"/>
            <a:ext cx="3977640" cy="3703320"/>
          </a:xfrm>
          <a:prstGeom prst="roundRect">
            <a:avLst>
              <a:gd name="adj" fmla="val 2469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241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GitHub Repository 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CodeAlpha_Flipkart_Mobile_Analysis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691640"/>
            <a:ext cx="3703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datasets/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run_results.csv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run_results_Cleaned_Pivot_3_new.xlsx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Poco_C85x_Reviews.csv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Mobile_Reviews_Dataset.xlsx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Mobile_Reviews_Dataset.csv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reviews_with_sentiment.csv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dashboards/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sentiment_dashboard.png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tableau_screenshot.png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python_scripts/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sentiment.py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sentiment_dashboard.py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presentation/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Final_PPT_Yash_Shrivastav.pptx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04088"/>
            <a:ext cx="109728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end-to-end Data Analytics workflow using real-world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data from Flipkart India.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91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4 internship tasks completed successfully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Applied Web Scraping, EDA, Visualization and NLP on real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803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Built 2 professional dashboards — Tableau &amp; Python Matplotlib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747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Generated actionable business insights from 677 customer reviews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112240"/>
          </a:solidFill>
          <a:ln w="762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0690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Demonstrated data-driven decision making for mobile e-commerce market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200400" y="2084832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Mobile Market &amp; Sentiment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Shrivastav  |  CodeAlpha Data Analytics Internship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CodeAlpha_Flipkart_Mobile_Analysis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Tableau · VADER · Pandas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India · 677 Reviews · 12 Brands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988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Mobile Market &amp; Sentiment Analysis</dc:title>
  <dc:subject>PptxGenJS Presentation</dc:subject>
  <dc:creator>Yash Shrivastav</dc:creator>
  <cp:lastModifiedBy>Yash Shrivastav</cp:lastModifiedBy>
  <cp:revision>1</cp:revision>
  <dcterms:created xsi:type="dcterms:W3CDTF">2026-05-29T06:09:21Z</dcterms:created>
  <dcterms:modified xsi:type="dcterms:W3CDTF">2026-05-29T11:29:26Z</dcterms:modified>
</cp:coreProperties>
</file>