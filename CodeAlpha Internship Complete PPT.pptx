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2377440"/>
          </a:xfrm>
          <a:prstGeom prst="rect">
            <a:avLst/>
          </a:prstGeom>
          <a:solidFill>
            <a:srgbClr val="112240">
              <a:alpha val="80000"/>
            </a:srgbClr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MOBILE MARKET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SENTIMENT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Data Analytics Internship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154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154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96896" y="3154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3154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3154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3154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56832" y="3154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3154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Yash Shrivastav  |  Real-World Business Intelligence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Tasks Completed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161288"/>
            <a:ext cx="475488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16128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" y="1124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ParseHub · Octoparse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194767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677+ mobile reviews &amp; product data from Flipkart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60120"/>
            <a:ext cx="54864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9472" y="1161288"/>
            <a:ext cx="475488" cy="347472"/>
          </a:xfrm>
          <a:prstGeom prst="roundRect">
            <a:avLst>
              <a:gd name="adj" fmla="val 1052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16128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1124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04688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Excel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94767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brand-wise analysis &amp; pricing trend identification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862072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62072"/>
            <a:ext cx="54864" cy="16459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3063240"/>
            <a:ext cx="475488" cy="347472"/>
          </a:xfrm>
          <a:prstGeom prst="roundRect">
            <a:avLst>
              <a:gd name="adj" fmla="val 10526"/>
            </a:avLst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06324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69848" y="30266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9848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· Matplotlib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" y="38496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for market &amp; pricing intelligence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862072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862072"/>
            <a:ext cx="54864" cy="1645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3063240"/>
            <a:ext cx="475488" cy="347472"/>
          </a:xfrm>
          <a:prstGeom prst="roundRect">
            <a:avLst>
              <a:gd name="adj" fmla="val 10526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06324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04688" y="30266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04688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· VADER NLP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38496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677 reviews; 83.9% positive customer sentiment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Web Scraping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02336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9235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Identification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2344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Flipkart as primary data source for mobile market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" y="1261872"/>
            <a:ext cx="0" cy="621792"/>
          </a:xfrm>
          <a:prstGeom prst="line">
            <a:avLst/>
          </a:prstGeom>
          <a:noFill/>
          <a:ln w="12700">
            <a:solidFill>
              <a:srgbClr val="0077B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0040" y="1883664"/>
            <a:ext cx="402336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83664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928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Scraping (ParseHub)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2037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brand, model, price, storage, color — 162 unique products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" y="2231136"/>
            <a:ext cx="0" cy="621792"/>
          </a:xfrm>
          <a:prstGeom prst="line">
            <a:avLst/>
          </a:prstGeom>
          <a:noFill/>
          <a:ln w="12700">
            <a:solidFill>
              <a:srgbClr val="0077B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0040" y="2852928"/>
            <a:ext cx="402336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52928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8620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Scraping (Octoparse)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1729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customer reviews, ratings &amp; reviewer info — 677 reviews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" y="3200400"/>
            <a:ext cx="0" cy="621792"/>
          </a:xfrm>
          <a:prstGeom prst="line">
            <a:avLst/>
          </a:prstGeom>
          <a:noFill/>
          <a:ln w="12700">
            <a:solidFill>
              <a:srgbClr val="0077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20040" y="3822192"/>
            <a:ext cx="402336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22192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8313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14223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product + review datasets, exported structured CSV &amp; Excel files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9601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078992"/>
            <a:ext cx="1755648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212080" y="1563624"/>
            <a:ext cx="175564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 Scraped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14032" y="9601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1078992"/>
            <a:ext cx="1755648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14032" y="1563624"/>
            <a:ext cx="175564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12080" y="21031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221992"/>
            <a:ext cx="1755648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212080" y="2706624"/>
            <a:ext cx="175564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Covered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14032" y="21031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2221992"/>
            <a:ext cx="1755648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114032" y="2706624"/>
            <a:ext cx="175564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Captured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ParseHub (no-code) · Octoparse (no-code) · Python Pandas · Microsoft Excel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Exploratory Data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1051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 dominate (61.2% = 414/677). Avg rating: 4.40 — classic e-commerce positivity skew.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6672" y="1051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Satisfaction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Price-rating correlation = 0.073 (near zero). Apple avg ₹72,067 — higher price doesn't guarantee satisfaction.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295144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048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832" y="23865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Patterns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752344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128GB most popular (321 units). 176 null storage values identified and documented.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295144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048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76672" y="23865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Market Share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752344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 leads with 230 reviews (34%). POCO, MOTOROLA follow. Budget brands dominate review volume.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630168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398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3721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087368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mismatch reviews (5-star rating but negative text). realme Narzo 90x 5G: worst score (−0.392).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630168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398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76672" y="3721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Range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087368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₹7,999 (budget) to ₹82,900 (Apple). Avg ₹14,940. Mid-range (10-15k) is the largest segment.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Data Visualization: Tableau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201168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318565"/>
            <a:ext cx="2011680" cy="2849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23744" y="86868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3744" y="987552"/>
            <a:ext cx="201168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₹13,713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23744" y="1318565"/>
            <a:ext cx="2011680" cy="2849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86868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987552"/>
            <a:ext cx="201168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₹28,275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27448" y="1318565"/>
            <a:ext cx="2011680" cy="2849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(512GB)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31152" y="86868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987552"/>
            <a:ext cx="201168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31152" y="1318565"/>
            <a:ext cx="2011680" cy="2849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Covered</a:t>
            </a:r>
            <a:endParaRPr lang="en-US" sz="1100" dirty="0"/>
          </a:p>
        </p:txBody>
      </p:sp>
      <p:pic>
        <p:nvPicPr>
          <p:cNvPr id="18" name="Image 0" descr="Tableau Dashboard showing brand distribution and pricing 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755648"/>
            <a:ext cx="8503920" cy="29992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Total Products by Brand · Average Price by Brand · Storage-wise Average Price · KPI Cards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Sentiment Analysis: NLP Method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739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36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36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55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52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NLP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171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Label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03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700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2ECC71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1920240"/>
            <a:ext cx="8503920" cy="512064"/>
          </a:xfrm>
          <a:prstGeom prst="roundRect">
            <a:avLst>
              <a:gd name="adj" fmla="val 1071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920240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Thresholds:  </a:t>
            </a:r>
            <a:pPr algn="ctr"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score ≥ +0.05     </a:t>
            </a:r>
            <a:pPr algn="ctr"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= −0.05 to +0.05     </a:t>
            </a:r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score ≤ −0.05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606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6700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48640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reviews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2606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6700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3383280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611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reviews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606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6700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217920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3611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reviews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 customer reviews analyzed  |  Python · NLTK · VADER  |  Compound Score range: −1.0 to +1.0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Python Sentiment Analysis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ython Matplotlib Sentiment Analysis Dashboar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22960"/>
            <a:ext cx="87782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 types: Donut · Grouped Bar · Word Clouds · Scatter (Rating vs Sentiment) · Product Rankings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2ECC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42062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Positive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131673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&amp; battery are the most appreciated features across all brands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673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914400"/>
            <a:ext cx="4206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8755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Star Rating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31673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 = 61.2% of total — typical e-commerce positivity bias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673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E74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04288"/>
            <a:ext cx="420624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77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69164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Price–Rating Correlation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27066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≠ satisfaction. Apple most expensive but proportionally fewer positives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09160" y="230428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304288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377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2648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7066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 g57 power 5G — best sentiment score among all 44 products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" y="3694176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694176"/>
            <a:ext cx="4206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673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691640" y="3785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REDMI Negative 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91640" y="40965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complaint rate among major brands — quality &amp; service concerns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4531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09160" y="3694176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48CA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694176"/>
            <a:ext cx="420624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7673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126480" y="3785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Rating-Sentiment Mismatch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40965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gave 5 stars but wrote negatively — hidden dissatisfaction detected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9160" y="44531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112240"/>
          </a:solidFill>
          <a:ln w="1143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16152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Budget Segment Quality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081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REDMI (15.4% negative) and Samsung (12.7%) need quality improvements. Budget buyers are vocal about hardware failures.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47672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112240"/>
          </a:solidFill>
          <a:ln w="1143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03704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0370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0391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Camera &amp; Battery Strengths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3957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top positive keywords across all brands. Campaigns highlighting camera specs and battery life will resonate most.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112240"/>
          </a:solidFill>
          <a:ln w="1143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91256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9125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0266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Hidden Dissatisfaction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reviews gave 5 stars but wrote negatively. Implement NLP monitoring on all reviews regardless of star rating.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22776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112240"/>
          </a:solidFill>
          <a:ln w="11430">
            <a:solidFill>
              <a:srgbClr val="2ECC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17880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17880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0142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MOTOROLA's Success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3708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 g57 power 5G (0.797) and Edge 60 Fusion (0.690) lead sentiment. Study their product strategy for replication.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Repository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sentiment models (BERT, RoBERTa) for higher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using Streamlit for live review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74320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88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analysis to Amazon, Meesho &amp; other marketplaces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6118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" y="3657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(joy, anger, fear) beyond basic polarity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932688"/>
            <a:ext cx="3977640" cy="3703320"/>
          </a:xfrm>
          <a:prstGeom prst="roundRect">
            <a:avLst>
              <a:gd name="adj" fmla="val 2469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2412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GitHub Repository 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3716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CodeAlpha_Flipkart_Mobile_Analysis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691640"/>
            <a:ext cx="37033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datasets/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Mobile_Reviews_Dataset.xlsx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reviews_with_sentiment.csv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dashboards/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sentiment_dashboard.png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tableau_screenshot.png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python_scripts/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sentiment.py · sentiment_dashboard.py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presentation/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Final_PPT_Yash_Shrivastav.pptx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end-to-end Data Analytics workflow using real-world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data from Flipkart India.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91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4 internship tasks completed successfully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86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Applied Web Scraping, EDA, Visualization and NLP on real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8803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Built 2 professional dashboards — Tableau &amp; Python Matplotlib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747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Generated actionable business insights from 677 customer reviews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0690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Demonstrated data-driven decision making for mobile e-commerce market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3200400" y="2084832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12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Mobile Market &amp; Sentiment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Shrivastav  |  CodeAlpha Data Analytics Internship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381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CodeAlpha_Flipkart_Mobile_Analysis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34381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Tableau · VADER · Pandas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4381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India · 677 Reviews · 12 Brands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Mobile Market &amp; Sentiment Analysis</dc:title>
  <dc:subject>PptxGenJS Presentation</dc:subject>
  <dc:creator>Yash Shrivastav</dc:creator>
  <cp:lastModifiedBy>Yash Shrivastav</cp:lastModifiedBy>
  <cp:revision>1</cp:revision>
  <dcterms:created xsi:type="dcterms:W3CDTF">2026-05-29T06:09:21Z</dcterms:created>
  <dcterms:modified xsi:type="dcterms:W3CDTF">2026-05-29T06:09:21Z</dcterms:modified>
</cp:coreProperties>
</file>